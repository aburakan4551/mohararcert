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472475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1" snapToObjects="1"/>
  </p:slideViewPr>
  <p:notesTextViewPr>
    <p:cViewPr varScale="1">
      <p:scale sx="100" sy="100"/>
      <p:origin x="0" y="0"/>
    </p:cViewPr>
  </p:notesTextViewPr>
  <p:gridSpacing cx="780288" cy="780288"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  <Relationship Id="rId13" Type="http://schemas.openxmlformats.org/officeDocument/2006/relationships/slide" Target="slides/slide12.xml"/>
  <Relationship Id="rId14" Type="http://schemas.openxmlformats.org/officeDocument/2006/relationships/slide" Target="slides/slide13.xml"/>
  <Relationship Id="rId15" Type="http://schemas.openxmlformats.org/officeDocument/2006/relationships/slide" Target="slides/slide14.xml"/>
  <Relationship Id="rId16" Type="http://schemas.openxmlformats.org/officeDocument/2006/relationships/presProps" Target="presProps.xml"/>
  <Relationship Id="rId17" Type="http://schemas.openxmlformats.org/officeDocument/2006/relationships/viewProps" Target="viewProps.xml"/>
  <Relationship Id="rId18" Type="http://schemas.openxmlformats.org/officeDocument/2006/relationships/tableStyles" Target="tableStyles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وفيديو تصاميم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وفيديو تصاميم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ر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إنفوجرافيك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MOH.GOV.SA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اللاعـلامية التفطيات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عالمية أيام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توعيه حمللات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عمل ورش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تطوعية فـرص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والتواصل الاعلام إدارة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أكس منصة على المشاركة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تتقيميه توعويه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إخبارية تفطيات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صحية اعلانات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صحية مبادرات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الصحة وزارة فرع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الشمالية الحدود بمنطفة الصحة أرة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MOH.GOV.SA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الصحة وزارة فرع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الشما نحدود بمنطفة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الهة أر6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MOH.GOV.SA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تحقيق نحو ماضية السعودية المربية المملكة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الوطن وازدهار المواطن رخاء يمزز ما كل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علي والتيسير . واستقراره وأمنه وتقومة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تكفل التي المتطلبات مختلف لتحقيق المواطن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الله. بإدن كريمة حياة له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الشريفين الحرمين خادم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سعود آل عبدالعزيز بن سلمان الملك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الصحة وزارة فرع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الشما نحدود بمنطفة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الهة أر6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MOH.GOV SA.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انجازات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الصحة وزارة فرع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الصحة وزارة فرع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الشما نحدود بمنطقة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الهة أر6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ر ن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MOH.GOV.SA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الصحة وزارة فرع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الشما نحدود بمنطفة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الهة أر6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MOH.GOV.SA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ظل في شبامخا السدمودي الإنددنان اضت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أهدامها أول وضمنه حومة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الملكي السمو صاحب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المزيز عيد بن سلطان بن خالد بن فيصل الأمير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الصحة وزارة فرع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الشما نحدود بمنطفة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الهة أر6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كل فيه يجد . ازدهارا اكثر وطنا نبني أن طموحنا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نيقية الذي وطنا فمستقبل يتمتاه. ما مواطن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المالم دول مقدمة في جمله أن إلا نقبل لن مما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الملكي السمو صاحب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سمود آل عددالمزيز دن سلمان دن محمد الأمير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MOH.GOV.SA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الصحة وزارة فرع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الشما نحدود بمنطفة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الهة أر6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مقدمة: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هذا يأتـي والاسقدامـة. الكفاءة معايير أعلى وتحقيق الصحية الخدمات حودة تعزيز ضي الصحة وزارة مسمتهدضات من انحرفا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التي النوعية والمبادرات بالإنجازات حافل عام حصاد ليستمرض الشمالية الحدود بمنطقة الصحة وزارة لفرع السنوي التقرير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المنطقة. في للمستفيدين المقدمة الصحية الرعاية بمستوى الارتقاء في أسهمت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والهرامـح الصحيـة المبـادرات إلى إضافة وتنظيمية. تطويرية منحزات من تحقق وما رالضرع. المختلفة الإدارات جهود التةرير يوثق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التكامل يمكس بما الملافة. ذات الحهـات مع بالشراكة نفذت التي الصحية والفماليـات الرشرافية. والزيارات @g_cg_iJ.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الواحد. الفريق بروح والممل المؤسسي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التحول ودعم المستفيد. تجربة تحسين في أسهمت التـي المميزة والتجارب النجاح قصص على الضوء التقرير يسلط فما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الصحي. القطاع في الوطني التحول وبرامح 2030 المملكة رؤية مع السجافا الحياة. وجودة الوقاية وتعزيز لصحي.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لتحقيق الممكنة الجهود كل وبذل والابتكار، التطوير بمواصلة الالتزام على وتأكيذا العطاء. لمسيرة توثيقا التقرير هذا ويأتي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منطقة في المجتمع احتياجات تلبي ومقالة آمنة صحية خدمات وتقديم - الله حفطها - الرشيدة القيـادة تطلماث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الشمالية. لحدود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MOH.GOV.SA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الصحة وزارة فرع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الشما نحدود بمنطفة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الهة أر6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الاستثمار لتعزيز المساعدة الإدارة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أول أنشاء على الموافقة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بمدينه صحيه جمميه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. طريف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للقطاع أسبوعي مؤشر إعداد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نسسد سمره مس س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. الفيرربدي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. ربحي لفيد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MOH.GOV.SA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أصدقاء جممية زيارة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جممية زيارة المرضـى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. معافى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منسوبي مع اجتماع حضور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، التي الفير القطاع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ربحي الغير القطاع وحـدة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جمميـه مقـر تدشين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. برفحا سلامات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القطاع مع مبادرات دعم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. ربحي والفير الخاص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الصحة وزارة فرع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الشمالية الحدود بمنطفة الصحة أرة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الاستثمار لتعزيز المساعدة الإدارة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رضا لقياس استبيان إعداد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. م 2O2S لمام المستثمرين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اليشرية الموارد وزارة فرع زيارة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الشمالية الحدود جاممة زيارة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MOH.GOV.SA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إصحاب سجل إعداد المنف لجنة في المشاركة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. م 2025 لمام المصلحة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. بالفرع والإيذاء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المنطقة أمانة زيارة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O :gg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الاجتماعية التنمية بنك زيارة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الدولة عقارات هيئة زيارة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التجارية الفرفـة زيارة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التجـارة وزارة فرع زيارة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الاستثمار تسويق إدارة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المستثمرين بيانات قاعدة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. بالمنطقة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الصحة وزارة فرع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الشمالية الحدود بمنطفة الصحة أرة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العلدهمالية الحدود بمنطقة الدة وارة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السنو التقرير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الصحة وزارة بفرع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الشمالية الحدود بمنطقة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02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MOH.GOV.SA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الاستثمار لتعزيز المساعدة الإدارة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تماون أتفافية إبرام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الحدود غرفة بين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. الوزارة وفرع الشمالية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استمرارية خطة أعداد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لمام للإدارة الممـال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المحفظة تحديث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. للمشداريح الخمسية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MOH.GOV.SA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تفاهم مذكرة إبرام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الموارد وزارة فرع بين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. الوزارة وفرع البشرية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البيييايييات أعداد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والوصوف والإجراءات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. الوطيفية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في مبادرة تنفيذ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سهيل ليالي مهرجان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المخاطر سجل اعداد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. لدارة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اجتماع في المشاركة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بالفرفة الصحية اللحنة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. التجارية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احصانيات إعداد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الطبية الاحالات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. الطبية والتراخيص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تأهيل مركز لأئشاء جدوى دراسة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. التوحد طيف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مستشفي لإئشاء جدوى دراسة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، حدوي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مستشفى لإئشاء جدوى دراسة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. والطفولة الأمومة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الأعمال تطوير إدارة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قاعدة ومراجمة إعداد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الأراضي لجميم البيائات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الصحية اللجنة اجتماع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. التجارية بالفرفة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الصحة وزارة فرع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الشمالية الحدود بمنطفة الصحة أرة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المساند للدعم المساعدة الإدارة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) -تتقيفية-احتماعية (توعوية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O O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المبارك الفطر عيد ممايدة حفل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MOH.GOV.SA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المالمية الأيام تفميل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حمه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عمل ورش تنظيم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الداخاي التواصل وحدة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o&lt;.e,x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رد؟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الوطني اليـوم تفميل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9S السمودي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التأسيس يوم حفل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الصحة وزارة فرع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الشمالية الحدود بمنطفة الصحة أرة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والالتزام للأداء المساعدة الإدارة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المخرجات ومراقبة الجـودة إدارة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تناول بأهمية التوعية مبادرة ى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، الصدي الفذاء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المالمي اليوم تفميل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. المرضى لسلامة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المالمي اليوم تفميل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، للتمريض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التفذية رعاية مؤتمر حضور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. الوزارة بديوان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MOH.GOV.SA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إرادة لمجمـع ميدائية جولة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. النفسية للصحة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للمستودعات ميدانية جولة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. بالمنطقة الرئيسية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لمستشفى ميدائية جولة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. واللأطفال والولادة النساء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لمستشفى ميدائية جولة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. الطبي الشمال برج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لمستشفي ميدائية جولة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. المام طريف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جاهزية لتقييم ميدانية زيارة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النفسية للصحة إرادة لمجمع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جاهزية لتقييم ميدائية زيارة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. رفحا لمستشفى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جاهزية لتقييم ميدائية زيارة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. للاسنان التخصصي مركز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للتدقيق ميدانيتين جولتين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الخئرات مـؤشر بيانات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. الوريدية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الطبي الشمال برج على جولة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. جسيم حدث في للتحقق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الصحة وزارة فرع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" y="1"/>
            <a:ext cx="1097280" cy="181229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/>
            <a:r>
              <a:rPr lang="ar-SA" altLang="en-US" sz="1000">
                <a:latin typeface="Arial"/>
                <a:ea typeface="Arial"/>
                <a:cs typeface="Arial"/>
              </a:rPr>
              <a:t>الشمالية الحدود بمنطفة الصحة أرة</a:t>
            </a:r>
            <a:endParaRPr lang="ar-SA" altLang="en-US" sz="100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14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التقرير السنوي لفرع الوزارة 2025</dc:title>
  <dc:creator>Codex</dc:creator>
  <cp:lastModifiedBy>Codex</cp:lastModifiedBy>
  <dcterms:created xsi:type="dcterms:W3CDTF">2026-04-06T16:40:56Z</dcterms:created>
  <dcterms:modified xsi:type="dcterms:W3CDTF">2026-04-06T16:40:56Z</dcterms:modified>
</cp:coreProperties>
</file>